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eebo Bold" panose="020B0604020202020204" charset="-79"/>
      <p:regular r:id="rId17"/>
    </p:embeddedFont>
    <p:embeddedFont>
      <p:font typeface="Heebo Light" pitchFamily="2" charset="-79"/>
      <p:regular r:id="rId18"/>
    </p:embeddedFont>
    <p:embeddedFont>
      <p:font typeface="Montserrat" panose="00000500000000000000" pitchFamily="2" charset="0"/>
      <p:regular r:id="rId19"/>
    </p:embeddedFont>
    <p:embeddedFont>
      <p:font typeface="Montserrat Light" panose="00000400000000000000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2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878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Internet &amp; the Web Actually Work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5265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Engineer's Foundation — From Cables to Pixels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Lucky Nakola | Get Techy With Lucky / Tech Pulse Insider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7202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You Write a Single Line of Code...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150269"/>
            <a:ext cx="3063104" cy="1594743"/>
          </a:xfrm>
          <a:prstGeom prst="roundRect">
            <a:avLst>
              <a:gd name="adj" fmla="val 472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336105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🔧</a:t>
            </a: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It's Engineering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2718891"/>
            <a:ext cx="269144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internet is not magic — it is pure, structured engineering.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150269"/>
            <a:ext cx="3063203" cy="1594743"/>
          </a:xfrm>
          <a:prstGeom prst="roundRect">
            <a:avLst>
              <a:gd name="adj" fmla="val 472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336105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🌐</a:t>
            </a: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Every Site Lives Here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2718891"/>
            <a:ext cx="26915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Every website you build lives inside this system. Know your environment.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3915569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4101405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10x Better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4484191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Understanding the environment makes you a fundamentally stronger developer.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30748" y="5613995"/>
            <a:ext cx="663717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"Developers use the tools. Engineers understand the system."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1475" y="5422106"/>
            <a:ext cx="25399" cy="663873"/>
          </a:xfrm>
          <a:prstGeom prst="roundRect">
            <a:avLst>
              <a:gd name="adj" fmla="val 50001"/>
            </a:avLst>
          </a:prstGeom>
          <a:solidFill>
            <a:srgbClr val="481C9E"/>
          </a:solidFill>
          <a:ln/>
        </p:spPr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1: The Global Plumbing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552674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434630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Think of it like a post office — your data is cut into packets, each travels a different route, and reassembled at the destination.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625165" y="3148310"/>
            <a:ext cx="6911306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4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Packets</a:t>
            </a: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small numbered chunks of data traveling independently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🔌</a:t>
            </a:r>
            <a:r>
              <a:rPr lang="en-US" sz="14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Fibre-Optic Cables</a:t>
            </a: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light-speed data highways crisscrossing the globe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4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Submarine Cables</a:t>
            </a: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connect every continent on the ocean floor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5279727"/>
            <a:ext cx="10868745" cy="1034554"/>
          </a:xfrm>
          <a:prstGeom prst="roundRect">
            <a:avLst>
              <a:gd name="adj" fmla="val 729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5286077"/>
            <a:ext cx="5428023" cy="1021854"/>
          </a:xfrm>
          <a:custGeom>
            <a:avLst/>
            <a:gdLst/>
            <a:ahLst/>
            <a:cxnLst/>
            <a:rect l="l" t="t" r="r" b="b"/>
            <a:pathLst>
              <a:path w="5428023" h="1021854">
                <a:moveTo>
                  <a:pt x="62849" y="0"/>
                </a:moveTo>
                <a:lnTo>
                  <a:pt x="5428023" y="0"/>
                </a:lnTo>
                <a:lnTo>
                  <a:pt x="5428023" y="1021854"/>
                </a:lnTo>
                <a:lnTo>
                  <a:pt x="62849" y="1021854"/>
                </a:lnTo>
                <a:arcTo wR="62849" hR="62850" stAng="5400000" swAng="5400000"/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31136C"/>
          </a:solidFill>
          <a:ln/>
        </p:spPr>
      </p:sp>
      <p:sp>
        <p:nvSpPr>
          <p:cNvPr id="8" name="Text 5"/>
          <p:cNvSpPr/>
          <p:nvPr/>
        </p:nvSpPr>
        <p:spPr>
          <a:xfrm>
            <a:off x="847307" y="5465564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TCP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7307" y="5848350"/>
            <a:ext cx="506905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Reliable delivery — every packet confirmed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95848" y="5286077"/>
            <a:ext cx="5428023" cy="1021854"/>
          </a:xfrm>
          <a:custGeom>
            <a:avLst/>
            <a:gdLst/>
            <a:ahLst/>
            <a:cxnLst/>
            <a:rect l="l" t="t" r="r" b="b"/>
            <a:pathLst>
              <a:path w="5428023" h="1021854">
                <a:moveTo>
                  <a:pt x="0" y="0"/>
                </a:moveTo>
                <a:lnTo>
                  <a:pt x="5365174" y="0"/>
                </a:lnTo>
                <a:arcTo wR="62849" hR="62850" stAng="16200000" swAng="5400000"/>
                <a:lnTo>
                  <a:pt x="5428023" y="959004"/>
                </a:lnTo>
                <a:arcTo wR="62849" hR="62850" stAng="0" swAng="5400000"/>
                <a:lnTo>
                  <a:pt x="0" y="1021854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48" y="5286077"/>
            <a:ext cx="25399" cy="1021854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</p:sp>
      <p:sp>
        <p:nvSpPr>
          <p:cNvPr id="12" name="Text 9"/>
          <p:cNvSpPr/>
          <p:nvPr/>
        </p:nvSpPr>
        <p:spPr>
          <a:xfrm>
            <a:off x="6275330" y="5465564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UDP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75330" y="5848350"/>
            <a:ext cx="506905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 delivery — speed over perfection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File You Send Is Broken Into Packets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6646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Packet Structure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74367"/>
            <a:ext cx="3357082" cy="15179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088779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573066"/>
            <a:ext cx="28266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Source IP | Destination IP | Packet Number | Checksum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7563" y="2874367"/>
            <a:ext cx="3357181" cy="15179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3567" y="3088779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PAYLOAD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523567" y="3573066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actual data content being transmitted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61475" y="4604941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31136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878983"/>
            <a:ext cx="236234" cy="1890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75723" y="4822230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one packet gets lost — only that packet is re-sent. Not the whole file.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01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 Addresses &amp; DNS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6463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DNS is the internet's phone book — it translates </a:t>
            </a:r>
            <a:r>
              <a:rPr lang="en-US" sz="950" b="1" i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google.com</a:t>
            </a:r>
            <a:r>
              <a:rPr lang="en-US" sz="9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into </a:t>
            </a:r>
            <a:r>
              <a:rPr lang="en-US" sz="950" b="1" i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142.250.74.78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96318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DNS Resolution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1778099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974056"/>
            <a:ext cx="5842945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060873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Browser Checks Cache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2332633"/>
            <a:ext cx="584294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First looks locally — have we visited this site before?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2666603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475" y="2850257"/>
            <a:ext cx="5842945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949377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Asks Recursive Resolver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221137"/>
            <a:ext cx="584294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Your ISP's resolver takes over the lookup on your behalf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475" y="3555107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1475" y="3726557"/>
            <a:ext cx="5842945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837880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Resolver Asks Root Server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4109641"/>
            <a:ext cx="584294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Root server points to the right top-level domain (.com, .org...)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1475" y="4443611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1475" y="4602758"/>
            <a:ext cx="5842945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726384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→ TLD → Authoritative 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4998145"/>
            <a:ext cx="584294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server hands off to the next until the authoritative source is found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1475" y="5332115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1475" y="5479058"/>
            <a:ext cx="5842945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614888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 Returned, Browser Connects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475" y="5886648"/>
            <a:ext cx="58429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IP address is returned and your browser loads the page </a:t>
            </a: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470" y="2290663"/>
            <a:ext cx="3071934" cy="3072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20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of a Domain Name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36502"/>
            <a:ext cx="522691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Breaking Down: </a:t>
            </a:r>
            <a:r>
              <a:rPr lang="en-US" sz="1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www.gettechy.co.ke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80803"/>
            <a:ext cx="850581" cy="1020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5147" y="2150864"/>
            <a:ext cx="422324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665147" y="2569666"/>
            <a:ext cx="42232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Subdomain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001466"/>
            <a:ext cx="850581" cy="1020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5147" y="3171527"/>
            <a:ext cx="422324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gettechy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665147" y="3590330"/>
            <a:ext cx="42232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Your unique domain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22130"/>
            <a:ext cx="850581" cy="1020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65147" y="4192191"/>
            <a:ext cx="422324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665147" y="4610993"/>
            <a:ext cx="42232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Second-level TLD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042793"/>
            <a:ext cx="850581" cy="10206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65147" y="5212854"/>
            <a:ext cx="422324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665147" y="5631656"/>
            <a:ext cx="42232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Country code (Kenya)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309659" y="1536502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DNS Records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6309659" y="1974453"/>
            <a:ext cx="2536861" cy="1314152"/>
          </a:xfrm>
          <a:prstGeom prst="roundRect">
            <a:avLst>
              <a:gd name="adj" fmla="val 5437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98765" y="2163564"/>
            <a:ext cx="21586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Record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498765" y="2582366"/>
            <a:ext cx="215864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Maps domain → IP address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999610" y="1974453"/>
            <a:ext cx="2536960" cy="1314152"/>
          </a:xfrm>
          <a:prstGeom prst="roundRect">
            <a:avLst>
              <a:gd name="adj" fmla="val 5437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188716" y="2163564"/>
            <a:ext cx="21587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CNAME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9188716" y="2582366"/>
            <a:ext cx="215874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Alias — one name points to another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309659" y="3441700"/>
            <a:ext cx="5226911" cy="1055588"/>
          </a:xfrm>
          <a:prstGeom prst="roundRect">
            <a:avLst>
              <a:gd name="adj" fmla="val 6769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98765" y="3630811"/>
            <a:ext cx="484869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MX Record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6498765" y="4049613"/>
            <a:ext cx="484869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Points to the email server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22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Your Browser Talks to a Server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006997"/>
            <a:ext cx="6296860" cy="630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🧑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You (Client) → </a:t>
            </a: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🧾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HTTP Request → </a:t>
            </a: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Server → </a:t>
            </a: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HTTP Response → </a:t>
            </a: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🧑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You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03887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Example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61475" y="3546773"/>
            <a:ext cx="2917851" cy="982861"/>
          </a:xfrm>
          <a:prstGeom prst="roundRect">
            <a:avLst>
              <a:gd name="adj" fmla="val 8077"/>
            </a:avLst>
          </a:prstGeom>
          <a:solidFill>
            <a:srgbClr val="1A1739"/>
          </a:solidFill>
          <a:ln/>
        </p:spPr>
      </p:sp>
      <p:sp>
        <p:nvSpPr>
          <p:cNvPr id="8" name="Text 5"/>
          <p:cNvSpPr/>
          <p:nvPr/>
        </p:nvSpPr>
        <p:spPr>
          <a:xfrm>
            <a:off x="888283" y="3735784"/>
            <a:ext cx="24642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/courses HTTP/1.1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gettechy.co.ke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303887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Example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4046833" y="3546773"/>
            <a:ext cx="2917851" cy="1285280"/>
          </a:xfrm>
          <a:prstGeom prst="roundRect">
            <a:avLst>
              <a:gd name="adj" fmla="val 6177"/>
            </a:avLst>
          </a:prstGeom>
          <a:solidFill>
            <a:srgbClr val="1A1739"/>
          </a:solidFill>
          <a:ln/>
        </p:spPr>
      </p:sp>
      <p:sp>
        <p:nvSpPr>
          <p:cNvPr id="11" name="Text 8"/>
          <p:cNvSpPr/>
          <p:nvPr/>
        </p:nvSpPr>
        <p:spPr>
          <a:xfrm>
            <a:off x="4273642" y="3735784"/>
            <a:ext cx="24642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text/html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[HTML Body]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5257304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02234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524996"/>
            <a:ext cx="236234" cy="189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75723" y="5493544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HTTP</a:t>
            </a: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is the language. </a:t>
            </a: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HTTPS</a:t>
            </a: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is the same language — with encryption layered on top.</a:t>
            </a:r>
            <a:endParaRPr lang="en-US" sz="1450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822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Server's Vocabulary — Status Codes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16894"/>
            <a:ext cx="5339820" cy="1517650"/>
          </a:xfrm>
          <a:prstGeom prst="roundRect">
            <a:avLst>
              <a:gd name="adj" fmla="val 52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01225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🟢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2xx Success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420938"/>
            <a:ext cx="4949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200 OK — Request succeeded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201 Created — Resource created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816894"/>
            <a:ext cx="5339919" cy="1517650"/>
          </a:xfrm>
          <a:prstGeom prst="roundRect">
            <a:avLst>
              <a:gd name="adj" fmla="val 52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01225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🔵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3xx Redirect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420938"/>
            <a:ext cx="4949205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301 Moved Permanently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304 Not Modified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23555"/>
            <a:ext cx="5339820" cy="1517650"/>
          </a:xfrm>
          <a:prstGeom prst="roundRect">
            <a:avLst>
              <a:gd name="adj" fmla="val 52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🟡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4xx Client Error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127599"/>
            <a:ext cx="4949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404 Not Found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401 Unauthorised | 403 Forbidden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23555"/>
            <a:ext cx="5339919" cy="1517650"/>
          </a:xfrm>
          <a:prstGeom prst="roundRect">
            <a:avLst>
              <a:gd name="adj" fmla="val 52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71891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5xx Server Error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127599"/>
            <a:ext cx="4949205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500 Internal Server Error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503 Service Unavailable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25383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1136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521523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49007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401</a:t>
            </a:r>
            <a:r>
              <a:rPr lang="en-US" sz="1450" i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= Not logged in. </a:t>
            </a:r>
            <a:r>
              <a:rPr lang="en-US" sz="1450" b="1" i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403</a:t>
            </a:r>
            <a:r>
              <a:rPr lang="en-US" sz="1450" i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= Logged in, but wrong permissions. Know the difference.</a:t>
            </a:r>
            <a:endParaRPr lang="en-US" sz="1450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15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Code to Pixels — The Critical Render Path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74602"/>
            <a:ext cx="425241" cy="4252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8005" y="1574602"/>
            <a:ext cx="291775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🏗️</a:t>
            </a: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HTML → DOM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78005" y="1993404"/>
            <a:ext cx="291775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Builds the Document Object Model — the structure of the page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16721"/>
            <a:ext cx="425241" cy="4252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8005" y="2816721"/>
            <a:ext cx="291775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🎨</a:t>
            </a: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CSS → CSSOM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278005" y="3235523"/>
            <a:ext cx="291775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Builds the CSS Object Model — all the visual styling rules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58841"/>
            <a:ext cx="425241" cy="4252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8005" y="4058841"/>
            <a:ext cx="291775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JS → Interactivity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278005" y="4477643"/>
            <a:ext cx="291775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Adds dynamic behaviour and user interaction to the page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61475" y="5167015"/>
            <a:ext cx="3534282" cy="877491"/>
          </a:xfrm>
          <a:prstGeom prst="roundRect">
            <a:avLst>
              <a:gd name="adj" fmla="val 8142"/>
            </a:avLst>
          </a:prstGeom>
          <a:solidFill>
            <a:srgbClr val="4B3F0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" y="5391547"/>
            <a:ext cx="212620" cy="1700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4209" y="5347196"/>
            <a:ext cx="281149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CSS is render-blocking.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No CSS parsed = no page shown.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17029" y="2238276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Render Pipeline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996" y="2676227"/>
            <a:ext cx="6227408" cy="268545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82050" y="4852419"/>
            <a:ext cx="1935805" cy="17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→ Paint → Composite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382050" y="4230780"/>
            <a:ext cx="1412782" cy="17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Tree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382050" y="3615420"/>
            <a:ext cx="1412782" cy="17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CSS → CSSOM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382050" y="2993780"/>
            <a:ext cx="1412782" cy="17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→ DOM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9910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Something Breaks — Trace the Layers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167570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3360" y="1881386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1985566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🌐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Network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247801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Can I connect? Is there internet? Check physical and logical connectivity first.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33360" y="261957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3360" y="2812058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2929434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📖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191669"/>
            <a:ext cx="6296860" cy="192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Is the domain resolving to the right IP? Run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or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dig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33360" y="357614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3360" y="3755430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3886002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🔁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HTTP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4148237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 status code is the server returning? Check Network tab in DevTools.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233360" y="452000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33360" y="4686102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9" name="Text 16"/>
          <p:cNvSpPr/>
          <p:nvPr/>
        </p:nvSpPr>
        <p:spPr>
          <a:xfrm>
            <a:off x="5233360" y="4829870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🖥️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Browser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33360" y="5092105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Any errors in the Console? Is the DOM built correctly? Is JS blocking render?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31793" y="5579666"/>
            <a:ext cx="67080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Every problem has a layer. Find the layer. Fix the problem.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33360" y="5422702"/>
            <a:ext cx="19050" cy="388342"/>
          </a:xfrm>
          <a:prstGeom prst="roundRect">
            <a:avLst>
              <a:gd name="adj" fmla="val 49999"/>
            </a:avLst>
          </a:prstGeom>
          <a:solidFill>
            <a:srgbClr val="481C9E"/>
          </a:solidFill>
          <a:ln/>
        </p:spPr>
      </p:sp>
      <p:sp>
        <p:nvSpPr>
          <p:cNvPr id="23" name="Text 20"/>
          <p:cNvSpPr/>
          <p:nvPr/>
        </p:nvSpPr>
        <p:spPr>
          <a:xfrm>
            <a:off x="4928568" y="5968008"/>
            <a:ext cx="690644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Get Techy With Lucky | Lucky Nakola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714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Montserrat Light</vt:lpstr>
      <vt:lpstr>Twemoji Mozilla</vt:lpstr>
      <vt:lpstr>Arial</vt:lpstr>
      <vt:lpstr>Montserrat</vt:lpstr>
      <vt:lpstr>Heebo Bold</vt:lpstr>
      <vt:lpstr>Heebo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LUCKY LOONKISHU</dc:creator>
  <cp:lastModifiedBy>LUCKY LOONKISHU</cp:lastModifiedBy>
  <cp:revision>2</cp:revision>
  <dcterms:created xsi:type="dcterms:W3CDTF">2026-09-07T06:44:52Z</dcterms:created>
  <dcterms:modified xsi:type="dcterms:W3CDTF">2026-09-07T06:47:39Z</dcterms:modified>
</cp:coreProperties>
</file>